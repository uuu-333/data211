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066D-765F-77CE-813B-B9AD9BE6F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40D37-B57A-F687-63A5-A2F97B209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477DA-5048-78AE-A253-BD29840F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0E2B-6DA9-8375-BD3B-F74CC087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35BF-A44D-F085-252D-89896E03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5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39FE-A273-38BE-A3B4-AEA3A381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4AA0-508B-1CE2-A29F-A264B594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D83C6-D62D-63BD-8211-8D372C67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BD80-37E9-6AFD-7F1F-97A1F2AA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E88F-7B62-231F-F789-C25F6DC6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BFC2-092C-78C6-3D5B-6F337A69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C8C6F-4C86-294D-56C4-96E53AAB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9135-3009-3596-DBC5-AD9749FC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717FA-0065-C016-CB8A-63356CA4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2BEA-6AAE-299B-0343-8FB37CC6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1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62C9-AB57-71D6-19A9-9F17E6A7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8D7C-3B60-F4A9-B623-8C007BFCD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607B9-B288-DA85-C093-F80B49738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B3D0D-0C3F-EC68-6486-989DE888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EC5A7-BB16-6833-85AD-78C17C97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A1BE-897E-0D0F-57A8-182AFC15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7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53DA-200D-8A63-7815-20DBD93A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895A-B360-C510-8A34-8CFC2F9B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1450C-8661-228C-3548-6130FBBF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153852-FD5D-53F9-8FF4-03C9B5479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23889-1E11-4563-C4B8-A9FBFD6DB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E3BA2-0443-EA68-D715-CBC10B21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5C8A9-45F5-A391-AD11-5C8A6625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5E5A7-08FF-E8AF-1AE7-55408484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4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7144-123F-0162-786F-1C0750AD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F2984-F9A0-B1D3-A98A-3244907E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59227-EB65-A67B-164F-EA836A55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A77A2-6B40-5203-A2A9-6A054399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7151A-C31F-8026-CB33-9C0A6092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6E012-891F-6E91-8A0D-F422745E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823A9-DAAC-A3A5-A8FF-684A6E26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4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BAB2-49E0-9240-D99D-78B446DC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FA59-8756-B0BC-289E-7D004EE2A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6CB47-BC18-BC28-72C5-F4C05D41C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3C54B-9C0B-F514-E8C0-F7881EC9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23455-F242-C4D4-44EA-9CCACCA6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790E9-0C38-3DC7-6597-F3AB25D6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7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ED05-C36B-6F5A-3DA0-4FCF7E0F3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6716E-0EB7-B14A-311B-A9F1162A6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F5932-8F31-956F-B170-41D1DF64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FAF2-FEC5-C6F0-E84B-BB199A76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8CA8-CFE0-138A-1A72-C611890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908FF-CA93-AA88-AF54-9D29CE74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8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29AE-A92A-5ECA-DC32-1428F746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4938E-0E87-B6F6-FAA1-4ADCCD5A4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5878-F625-9D37-3613-96A258BB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E8E27-A355-32A2-15DC-9EEA7C6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6C4F6-2FE0-E0F6-CB0F-F6B1D410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3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10A597-61DD-8EBC-6569-80D371E9C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EC00E-2EE2-3286-F773-FD0D9A4D6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03FF9-6D3B-1765-1A30-F5FF4150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F1FF4-0151-2CF4-5A78-D31E954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FE-548C-AB86-D10C-1AC319C5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1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49245-E413-A40B-CC74-A9412008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1C64-DE76-6D05-2A2E-479828F93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52FA6-B4B6-C51C-F67A-1C59878C9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F6449-DB65-C683-436C-4D06B3454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960C-A76E-2913-10F1-AF23289F7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FFBB-F44F-3EBD-E1E7-5A202CDE5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Facebook Usage</a:t>
            </a:r>
            <a:endParaRPr lang="en-US" sz="5400" dirty="0"/>
          </a:p>
        </p:txBody>
      </p:sp>
      <p:pic>
        <p:nvPicPr>
          <p:cNvPr id="16" name="Picture 15" descr="A close-up of a network&#10;&#10;AI-generated content may be incorrect.">
            <a:extLst>
              <a:ext uri="{FF2B5EF4-FFF2-40B4-BE49-F238E27FC236}">
                <a16:creationId xmlns:a16="http://schemas.microsoft.com/office/drawing/2014/main" id="{9C1C37D3-30A3-784E-9CE2-85991E77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5" r="-1" b="-1"/>
          <a:stretch/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E004F-D67B-C5C3-9049-EF8308EF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391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0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3820-2AC0-9093-06BC-C34C68FC8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 the mean daily time spent on Facebook effected by the number of times a day my phone screen is being unlocked?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93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4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168B4A3E-D625-CB89-3D81-9662B0F15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876" y="1820334"/>
            <a:ext cx="3217333" cy="321733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51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570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FE9F8-D637-3043-7C38-BE9EECD1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4B47-4FB3-DE81-5F8F-907471977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4" y="2533476"/>
            <a:ext cx="333152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21 Observations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Screen Unlocks &gt; 20 times/day?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Time Spent on Facebook?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25F8EB91-BE86-DBDE-CC44-A9EC5132B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089" y="1070147"/>
            <a:ext cx="2234221" cy="2234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746EC0-7E16-4DF6-97F8-9415FFAE0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32975"/>
            <a:ext cx="1251451" cy="1610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EB6B75-EAC9-F823-60C6-17277C398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780" y="1070147"/>
            <a:ext cx="2196450" cy="4672927"/>
          </a:xfrm>
          <a:prstGeom prst="rect">
            <a:avLst/>
          </a:prstGeom>
        </p:spPr>
      </p:pic>
      <p:grpSp>
        <p:nvGrpSpPr>
          <p:cNvPr id="427" name="Group 426">
            <a:extLst>
              <a:ext uri="{FF2B5EF4-FFF2-40B4-BE49-F238E27FC236}">
                <a16:creationId xmlns:a16="http://schemas.microsoft.com/office/drawing/2014/main" id="{50A0A18D-98B4-40E5-4078-A318C9554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B102A9A7-35A0-25BE-8907-0AB62C454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728BDF14-9776-769C-B15E-E2D6BA4DC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428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F2742B-4042-E1E1-6D67-6C5BEE35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39C35-0C33-409C-6FFE-BEC9399B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4" y="2533476"/>
            <a:ext cx="4408538" cy="38398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HYPOTHESIS TESTING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Does the mean number of time spent on Facebook per daily differ as the daily number of phone screen unlocks exceeds 20 times per day?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Variables: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Dependent: Time spent on fb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Independent: Screen unlocks &gt; 20 times Y/N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8326D67D-943C-EB44-40A6-626E92BE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089" y="1070147"/>
            <a:ext cx="2234221" cy="2234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075CBE-7408-75F6-5599-A67D16AF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32975"/>
            <a:ext cx="1251451" cy="1610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5B8841-ED7D-72A1-903D-360F58330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780" y="1070147"/>
            <a:ext cx="2196450" cy="4672927"/>
          </a:xfrm>
          <a:prstGeom prst="rect">
            <a:avLst/>
          </a:prstGeom>
        </p:spPr>
      </p:pic>
      <p:grpSp>
        <p:nvGrpSpPr>
          <p:cNvPr id="427" name="Group 426">
            <a:extLst>
              <a:ext uri="{FF2B5EF4-FFF2-40B4-BE49-F238E27FC236}">
                <a16:creationId xmlns:a16="http://schemas.microsoft.com/office/drawing/2014/main" id="{EC71B4BE-8041-0604-A30D-5B99A5CDC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4590B728-C6BD-1EEC-7DE4-88613B13C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478A1A1A-FEDF-6404-4B72-95EC9F0F8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65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7DF6E-10BC-14F3-2035-6BE5AC70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2A85C-4D53-8A91-1199-4085B80B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4" y="2533476"/>
            <a:ext cx="4408538" cy="38398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HYPOTHESIS TESTING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Null Hypothesis: The mean daily time spent on Facebook is the same regardless of the number of screen unlocks.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Alternative Hypothesis: The mean daily time spent on Facebook changes as the number of screen unlocks exceed 20 times/day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T-test</a:t>
            </a:r>
            <a:endParaRPr lang="en-US" sz="2000" dirty="0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53034AE7-8D99-728A-E988-3F2E15D0B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089" y="1070147"/>
            <a:ext cx="2234221" cy="2234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E56C5A-E4D2-ED2B-768B-DF6017AC8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32975"/>
            <a:ext cx="1251451" cy="1610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6C90FB-2144-4BF2-8925-FAE672570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780" y="1070147"/>
            <a:ext cx="2196450" cy="4672927"/>
          </a:xfrm>
          <a:prstGeom prst="rect">
            <a:avLst/>
          </a:prstGeom>
        </p:spPr>
      </p:pic>
      <p:grpSp>
        <p:nvGrpSpPr>
          <p:cNvPr id="427" name="Group 426">
            <a:extLst>
              <a:ext uri="{FF2B5EF4-FFF2-40B4-BE49-F238E27FC236}">
                <a16:creationId xmlns:a16="http://schemas.microsoft.com/office/drawing/2014/main" id="{4BE7DCE7-34C3-9D52-2396-CF5CF6CC1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37D05796-7E5C-6D31-FFCA-A53145BFB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63F5BC27-BCCD-3E61-C484-C1FDC2325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64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E4D21-A903-554F-EE76-2A58AB4E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CD4035C-B863-F56D-DF36-F3C83536F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31" y="3697558"/>
            <a:ext cx="5489976" cy="2580288"/>
          </a:xfrm>
          <a:prstGeom prst="rect">
            <a:avLst/>
          </a:prstGeom>
        </p:spPr>
      </p:pic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01C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ED59DC3-F54C-CCCB-EB65-C17D642B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978" y="1573887"/>
            <a:ext cx="4728015" cy="293136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504226F-621C-4EDA-3DB6-768BFF680D37}"/>
              </a:ext>
            </a:extLst>
          </p:cNvPr>
          <p:cNvSpPr txBox="1"/>
          <p:nvPr/>
        </p:nvSpPr>
        <p:spPr>
          <a:xfrm>
            <a:off x="368632" y="1397675"/>
            <a:ext cx="54899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The p-value = .8614 which is less than the .05 significance level. Therefore, we fail to reject the null hypothesis.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We conclude that t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he mean daily time spent on Facebook is similar regardless of the daily number of screen unlocks.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246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1700</TotalTime>
  <Words>179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Facebook Usage</vt:lpstr>
      <vt:lpstr>Question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Salaymeh, Ahmad N</dc:creator>
  <cp:lastModifiedBy>Salaymeh, Ahmad N</cp:lastModifiedBy>
  <cp:revision>15</cp:revision>
  <dcterms:created xsi:type="dcterms:W3CDTF">2025-04-29T22:12:19Z</dcterms:created>
  <dcterms:modified xsi:type="dcterms:W3CDTF">2025-05-01T02:32:42Z</dcterms:modified>
</cp:coreProperties>
</file>